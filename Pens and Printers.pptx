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OpenSans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f09c536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f09c536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9ce9c986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9ce9c986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9ce9c986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89ce9c986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89ce9c986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89ce9c986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8a1d9d6383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8a1d9d638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89ce9c986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89ce9c986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9ce9c986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89ce9c986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a1d9d638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a1d9d638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a1d9d638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a1d9d638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a1d9d638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8a1d9d638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a1d9d6383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8a1d9d6383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45818E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Pens and Printers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Sales Strategy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OVERVIEW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This presentation aims to analyze Products Sales </a:t>
            </a: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across different Sale Method, namely - Email, Calls, and Email + Calls.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Our aim is to evaluate the effectiveness of each sales approach to identify which can contribute to more sales.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structure leading to the recommendation is as follows - 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Data Validation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Exploratory Analysis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Describing Metrics to Monitor.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Recommendation.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By the end of this presentation, you’ll gain insights into which sales approach delivers the best results and how these findings can inform future marketing decisions.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d Checklist (Provided by Getty Images)"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07875" y="-180925"/>
            <a:ext cx="9559752" cy="5639099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>
            <p:ph type="title"/>
          </p:nvPr>
        </p:nvSpPr>
        <p:spPr>
          <a:xfrm>
            <a:off x="207650" y="274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VALIDATION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274950"/>
            <a:ext cx="8520600" cy="45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dataset provided required validation, as an initial exploration revealed several inconsistencies. Two columns in particular — Sales Method and Years as Customer — required corrective action.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‘Sales_method’: 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-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Expected: 3 valid categories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-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Found: Extra entries — ‘email’, ‘Em + call’ (formatting errors)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-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Action: Standardized categories using .str.capitalize() and .str.replace()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-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Result: Restored to 3 consistent values.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‘years_as_customer’: 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-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Outliers detected: 47 and 63 years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-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Context: Company established in 1984 → only 41 years old in 2025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-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Action: Removed invalid entries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After these adjustments, all columns maintained their structural integrity and appropriate data types.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siness analysis of data report, financial plan and time management with tiny analyst (Provided by Getty Images)" id="77" name="Google Shape;7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683125"/>
            <a:ext cx="9144003" cy="582662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 txBox="1"/>
          <p:nvPr>
            <p:ph type="title"/>
          </p:nvPr>
        </p:nvSpPr>
        <p:spPr>
          <a:xfrm>
            <a:off x="252250" y="4310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EXPLORATORY ANALYSIS</a:t>
            </a:r>
            <a:endParaRPr b="1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PRODUCTS SOLD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Email + Call method results in </a:t>
            </a: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highest number of products sold.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Email and Call methods perform almost the same.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170125"/>
            <a:ext cx="4267200" cy="3451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450" y="1846350"/>
            <a:ext cx="4289551" cy="29052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9"/>
          <p:cNvSpPr txBox="1"/>
          <p:nvPr/>
        </p:nvSpPr>
        <p:spPr>
          <a:xfrm>
            <a:off x="446850" y="253025"/>
            <a:ext cx="82503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TOTAL REVENUE BY SALES METHOD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2" name="Google Shape;9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9695" y="951725"/>
            <a:ext cx="3960610" cy="29052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925" y="875800"/>
            <a:ext cx="42306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Email + Calls display steady rise in revenue over time, where as, Email Method decreases after starting huge. 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4" name="Google Shape;94;p19"/>
          <p:cNvSpPr txBox="1"/>
          <p:nvPr/>
        </p:nvSpPr>
        <p:spPr>
          <a:xfrm>
            <a:off x="4879700" y="3993100"/>
            <a:ext cx="40605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Email method generates huge 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revenue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compared to others.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750" y="1232925"/>
            <a:ext cx="4377778" cy="330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0"/>
          <p:cNvSpPr txBox="1"/>
          <p:nvPr/>
        </p:nvSpPr>
        <p:spPr>
          <a:xfrm>
            <a:off x="304750" y="386500"/>
            <a:ext cx="76335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CONVERSION RATE SINCE THE LAUNCH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20"/>
          <p:cNvSpPr txBox="1"/>
          <p:nvPr/>
        </p:nvSpPr>
        <p:spPr>
          <a:xfrm>
            <a:off x="4786725" y="1241275"/>
            <a:ext cx="4110300" cy="3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Conversion rate = products sold per number of site visits.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Measure of efficiency observed to be the highest in ‘Email + Calls’ method.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289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NEW CUSTOMERS POOLED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8401" y="1039975"/>
            <a:ext cx="4393901" cy="346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1"/>
          <p:cNvSpPr txBox="1"/>
          <p:nvPr/>
        </p:nvSpPr>
        <p:spPr>
          <a:xfrm>
            <a:off x="445325" y="1039975"/>
            <a:ext cx="3844800" cy="3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Email method attracts highest number of new customers.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Calls help attract modest amount of new customers, but requires a lot of time.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Email + Call method is the least effective, but it’s more long-term oriented.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METRICS TO MONITOR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Conversion Efficiency.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New Customers Per Method.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Revenue Over Time.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a red check mark on a white background . (Provided by Tenor)"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4200" y="475325"/>
            <a:ext cx="512100" cy="51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22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RECOMMENDATIONS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lang="en">
                <a:solidFill>
                  <a:schemeClr val="dk1"/>
                </a:solidFill>
              </a:rPr>
              <a:t>Since the business goal is to maximize sales, Email + Call Method seems to be well suited and balanced.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lang="en">
                <a:solidFill>
                  <a:schemeClr val="dk1"/>
                </a:solidFill>
              </a:rPr>
              <a:t>Monitoring Metrics with huge data accumulated over time, should give us more precise insights.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➢"/>
            </a:pPr>
            <a:r>
              <a:rPr lang="en">
                <a:solidFill>
                  <a:schemeClr val="dk1"/>
                </a:solidFill>
              </a:rPr>
              <a:t>Metrics like Conversion Efficiency, Revenue Over Time, etc., can assess these methods in the long run.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ank you. Speech bubble banner with Thank you text. Loudspeaker. For business, marketing and advertising. Vector on isolated background. EPS 10 (Provided by Getty Images)" id="126" name="Google Shape;12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39850"/>
            <a:ext cx="9144003" cy="3263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